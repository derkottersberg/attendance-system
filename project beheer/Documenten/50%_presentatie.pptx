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4"/>
  </p:notesMasterIdLst>
  <p:sldIdLst>
    <p:sldId id="258" r:id="rId2"/>
    <p:sldId id="257" r:id="rId3"/>
    <p:sldId id="260" r:id="rId4"/>
    <p:sldId id="261" r:id="rId5"/>
    <p:sldId id="269" r:id="rId6"/>
    <p:sldId id="270" r:id="rId7"/>
    <p:sldId id="273" r:id="rId8"/>
    <p:sldId id="274" r:id="rId9"/>
    <p:sldId id="268" r:id="rId10"/>
    <p:sldId id="262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7F6B3F-DDBF-E896-766F-E9E86B24045E}" v="20" dt="2025-07-02T13:01:01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DD5736-C171-AA4B-9366-B3CBD1A76692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NL"/>
        </a:p>
      </dgm:t>
    </dgm:pt>
    <dgm:pt modelId="{802104B9-A89D-4F4B-8D5B-93BA979B9F8E}">
      <dgm:prSet phldrT="[Tekst]"/>
      <dgm:spPr/>
      <dgm:t>
        <a:bodyPr/>
        <a:lstStyle/>
        <a:p>
          <a:r>
            <a:rPr lang="nl-NL">
              <a:solidFill>
                <a:schemeClr val="bg2"/>
              </a:solidFill>
            </a:rPr>
            <a:t>Oplossing</a:t>
          </a:r>
          <a:endParaRPr lang="nl-NL" dirty="0">
            <a:solidFill>
              <a:schemeClr val="bg2"/>
            </a:solidFill>
          </a:endParaRPr>
        </a:p>
      </dgm:t>
    </dgm:pt>
    <dgm:pt modelId="{4F5A9961-F19D-734B-9293-87212049851D}" type="parTrans" cxnId="{95F60814-1FAB-3148-B720-12E731652132}">
      <dgm:prSet/>
      <dgm:spPr/>
      <dgm:t>
        <a:bodyPr/>
        <a:lstStyle/>
        <a:p>
          <a:endParaRPr lang="nl-NL"/>
        </a:p>
      </dgm:t>
    </dgm:pt>
    <dgm:pt modelId="{C92D0A6F-67CD-BD44-A0FB-A3361B6EBE78}" type="sibTrans" cxnId="{95F60814-1FAB-3148-B720-12E731652132}">
      <dgm:prSet/>
      <dgm:spPr/>
      <dgm:t>
        <a:bodyPr/>
        <a:lstStyle/>
        <a:p>
          <a:endParaRPr lang="nl-NL"/>
        </a:p>
      </dgm:t>
    </dgm:pt>
    <dgm:pt modelId="{39794703-9041-5C41-BE55-5A8208B02B05}">
      <dgm:prSet phldrT="[Tekst]"/>
      <dgm:spPr/>
      <dgm:t>
        <a:bodyPr/>
        <a:lstStyle/>
        <a:p>
          <a:r>
            <a:rPr lang="nl-NL" dirty="0">
              <a:solidFill>
                <a:schemeClr val="bg2"/>
              </a:solidFill>
            </a:rPr>
            <a:t>Demo Mijn werkt tot nu toe + projectdoelen</a:t>
          </a:r>
          <a:br>
            <a:rPr lang="nl-NL" dirty="0">
              <a:solidFill>
                <a:schemeClr val="bg2"/>
              </a:solidFill>
            </a:rPr>
          </a:br>
          <a:r>
            <a:rPr lang="nl-NL" dirty="0">
              <a:solidFill>
                <a:schemeClr val="bg2"/>
              </a:solidFill>
            </a:rPr>
            <a:t>Waar ben ik trots op</a:t>
          </a:r>
        </a:p>
      </dgm:t>
    </dgm:pt>
    <dgm:pt modelId="{75D2434B-4B12-774D-A434-1376C706E00B}" type="parTrans" cxnId="{520585ED-81C0-6642-B06F-5B2A702E4BF3}">
      <dgm:prSet/>
      <dgm:spPr/>
      <dgm:t>
        <a:bodyPr/>
        <a:lstStyle/>
        <a:p>
          <a:endParaRPr lang="nl-NL"/>
        </a:p>
      </dgm:t>
    </dgm:pt>
    <dgm:pt modelId="{3C1A5732-3905-F945-A921-D021C75DC541}" type="sibTrans" cxnId="{520585ED-81C0-6642-B06F-5B2A702E4BF3}">
      <dgm:prSet/>
      <dgm:spPr/>
      <dgm:t>
        <a:bodyPr/>
        <a:lstStyle/>
        <a:p>
          <a:endParaRPr lang="nl-NL"/>
        </a:p>
      </dgm:t>
    </dgm:pt>
    <dgm:pt modelId="{1387673C-B790-4E90-92EE-B8CA4DB60C60}">
      <dgm:prSet phldrT="[Tekst]"/>
      <dgm:spPr/>
      <dgm:t>
        <a:bodyPr/>
        <a:lstStyle/>
        <a:p>
          <a:r>
            <a:rPr lang="nl-NL">
              <a:solidFill>
                <a:schemeClr val="bg2"/>
              </a:solidFill>
            </a:rPr>
            <a:t>Context (het bedrijf groot klein? Sector</a:t>
          </a:r>
          <a:endParaRPr lang="nl-NL" dirty="0">
            <a:solidFill>
              <a:schemeClr val="bg2"/>
            </a:solidFill>
          </a:endParaRPr>
        </a:p>
      </dgm:t>
    </dgm:pt>
    <dgm:pt modelId="{94457391-D3C9-48F8-8493-D4E9586DA8A8}" type="parTrans" cxnId="{66A2E2D6-92B3-4FFD-95BC-51A844104606}">
      <dgm:prSet/>
      <dgm:spPr/>
      <dgm:t>
        <a:bodyPr/>
        <a:lstStyle/>
        <a:p>
          <a:endParaRPr lang="LID4096"/>
        </a:p>
      </dgm:t>
    </dgm:pt>
    <dgm:pt modelId="{9AB7E4AE-B567-4E04-82C4-F14042F19143}" type="sibTrans" cxnId="{66A2E2D6-92B3-4FFD-95BC-51A844104606}">
      <dgm:prSet/>
      <dgm:spPr/>
      <dgm:t>
        <a:bodyPr/>
        <a:lstStyle/>
        <a:p>
          <a:endParaRPr lang="LID4096"/>
        </a:p>
      </dgm:t>
    </dgm:pt>
    <dgm:pt modelId="{EE59E2F3-4081-41D0-8190-3348BBCF3A5A}">
      <dgm:prSet/>
      <dgm:spPr/>
      <dgm:t>
        <a:bodyPr/>
        <a:lstStyle/>
        <a:p>
          <a:r>
            <a:rPr lang="en-GB" dirty="0"/>
            <a:t>Het </a:t>
          </a:r>
          <a:r>
            <a:rPr lang="en-GB" dirty="0" err="1"/>
            <a:t>probleem</a:t>
          </a:r>
          <a:endParaRPr lang="en-GB" dirty="0"/>
        </a:p>
      </dgm:t>
    </dgm:pt>
    <dgm:pt modelId="{282807B3-4CC8-4E19-8254-2A4C4887DBBE}" type="parTrans" cxnId="{70D38E0C-4F73-4360-8196-0A7A3DC704AB}">
      <dgm:prSet/>
      <dgm:spPr/>
      <dgm:t>
        <a:bodyPr/>
        <a:lstStyle/>
        <a:p>
          <a:endParaRPr lang="LID4096"/>
        </a:p>
      </dgm:t>
    </dgm:pt>
    <dgm:pt modelId="{F111041C-BD3E-49AB-ACA9-BD246553A042}" type="sibTrans" cxnId="{70D38E0C-4F73-4360-8196-0A7A3DC704AB}">
      <dgm:prSet/>
      <dgm:spPr/>
      <dgm:t>
        <a:bodyPr/>
        <a:lstStyle/>
        <a:p>
          <a:endParaRPr lang="LID4096"/>
        </a:p>
      </dgm:t>
    </dgm:pt>
    <dgm:pt modelId="{8AEE7D92-A117-49C7-B150-827D13A5E366}">
      <dgm:prSet/>
      <dgm:spPr/>
      <dgm:t>
        <a:bodyPr/>
        <a:lstStyle/>
        <a:p>
          <a:r>
            <a:rPr lang="en-GB" dirty="0"/>
            <a:t>De </a:t>
          </a:r>
          <a:r>
            <a:rPr lang="en-GB" dirty="0" err="1"/>
            <a:t>Oplossing</a:t>
          </a:r>
          <a:endParaRPr lang="LID4096" dirty="0"/>
        </a:p>
      </dgm:t>
    </dgm:pt>
    <dgm:pt modelId="{1A4C6871-B7B6-4A8E-B0D1-B3B2F2AEF4AE}" type="parTrans" cxnId="{F9541080-4995-4A56-BCE9-319DD9604396}">
      <dgm:prSet/>
      <dgm:spPr/>
      <dgm:t>
        <a:bodyPr/>
        <a:lstStyle/>
        <a:p>
          <a:endParaRPr lang="LID4096"/>
        </a:p>
      </dgm:t>
    </dgm:pt>
    <dgm:pt modelId="{1D6DAEFB-768B-4820-9D3A-AB19368BCD57}" type="sibTrans" cxnId="{F9541080-4995-4A56-BCE9-319DD9604396}">
      <dgm:prSet/>
      <dgm:spPr/>
      <dgm:t>
        <a:bodyPr/>
        <a:lstStyle/>
        <a:p>
          <a:endParaRPr lang="LID4096"/>
        </a:p>
      </dgm:t>
    </dgm:pt>
    <dgm:pt modelId="{1B9150E6-A5EF-44FF-84FA-803716F51BCF}">
      <dgm:prSet/>
      <dgm:spPr/>
      <dgm:t>
        <a:bodyPr/>
        <a:lstStyle/>
        <a:p>
          <a:r>
            <a:rPr lang="en-GB" dirty="0" err="1"/>
            <a:t>Vervolg</a:t>
          </a:r>
          <a:r>
            <a:rPr lang="en-GB" dirty="0"/>
            <a:t> </a:t>
          </a:r>
          <a:r>
            <a:rPr lang="en-GB" dirty="0" err="1"/>
            <a:t>volgende</a:t>
          </a:r>
          <a:r>
            <a:rPr lang="en-GB" dirty="0"/>
            <a:t> 50 </a:t>
          </a:r>
          <a:r>
            <a:rPr lang="en-GB" dirty="0" err="1"/>
            <a:t>procent</a:t>
          </a:r>
          <a:endParaRPr lang="LID4096" dirty="0"/>
        </a:p>
      </dgm:t>
    </dgm:pt>
    <dgm:pt modelId="{C9BE347B-3B48-4294-A35B-4BC7955F2AE2}" type="parTrans" cxnId="{8196DE17-7E3B-46C4-ACEA-0B1D652640E1}">
      <dgm:prSet/>
      <dgm:spPr/>
      <dgm:t>
        <a:bodyPr/>
        <a:lstStyle/>
        <a:p>
          <a:endParaRPr lang="LID4096"/>
        </a:p>
      </dgm:t>
    </dgm:pt>
    <dgm:pt modelId="{5FD8EEA6-C11E-449F-BF96-8048ACD808EA}" type="sibTrans" cxnId="{8196DE17-7E3B-46C4-ACEA-0B1D652640E1}">
      <dgm:prSet/>
      <dgm:spPr/>
      <dgm:t>
        <a:bodyPr/>
        <a:lstStyle/>
        <a:p>
          <a:endParaRPr lang="LID4096"/>
        </a:p>
      </dgm:t>
    </dgm:pt>
    <dgm:pt modelId="{D220B5B6-88A2-4BDF-9C67-02170069BA02}">
      <dgm:prSet/>
      <dgm:spPr/>
      <dgm:t>
        <a:bodyPr/>
        <a:lstStyle/>
        <a:p>
          <a:r>
            <a:rPr lang="en-GB" dirty="0"/>
            <a:t>Retrospective</a:t>
          </a:r>
          <a:endParaRPr lang="LID4096" dirty="0"/>
        </a:p>
      </dgm:t>
    </dgm:pt>
    <dgm:pt modelId="{C46485CA-4EFC-43E5-B9E9-B68D7039AFE4}" type="parTrans" cxnId="{8626EC39-6B76-480F-89C6-2629594EC389}">
      <dgm:prSet/>
      <dgm:spPr/>
    </dgm:pt>
    <dgm:pt modelId="{F16B8991-C86A-4D35-8AF0-171770B4CD7F}" type="sibTrans" cxnId="{8626EC39-6B76-480F-89C6-2629594EC389}">
      <dgm:prSet/>
      <dgm:spPr/>
    </dgm:pt>
    <dgm:pt modelId="{A0E47E9F-2E15-6A43-8660-7AE15DEB20D1}" type="pres">
      <dgm:prSet presAssocID="{4ADD5736-C171-AA4B-9366-B3CBD1A76692}" presName="Name0" presStyleCnt="0">
        <dgm:presLayoutVars>
          <dgm:chMax val="7"/>
          <dgm:chPref val="7"/>
          <dgm:dir/>
        </dgm:presLayoutVars>
      </dgm:prSet>
      <dgm:spPr/>
    </dgm:pt>
    <dgm:pt modelId="{A77538E6-5F95-5745-BA2A-7EDBAC579493}" type="pres">
      <dgm:prSet presAssocID="{4ADD5736-C171-AA4B-9366-B3CBD1A76692}" presName="Name1" presStyleCnt="0"/>
      <dgm:spPr/>
    </dgm:pt>
    <dgm:pt modelId="{4BE16C2A-AC77-B541-A70B-E772E558E9B9}" type="pres">
      <dgm:prSet presAssocID="{4ADD5736-C171-AA4B-9366-B3CBD1A76692}" presName="cycle" presStyleCnt="0"/>
      <dgm:spPr/>
    </dgm:pt>
    <dgm:pt modelId="{DE3B56BB-0B9B-D04B-9EC0-11F4E00296E5}" type="pres">
      <dgm:prSet presAssocID="{4ADD5736-C171-AA4B-9366-B3CBD1A76692}" presName="srcNode" presStyleLbl="node1" presStyleIdx="0" presStyleCnt="7"/>
      <dgm:spPr/>
    </dgm:pt>
    <dgm:pt modelId="{35644209-90A7-A149-AC5D-AD1B43F10545}" type="pres">
      <dgm:prSet presAssocID="{4ADD5736-C171-AA4B-9366-B3CBD1A76692}" presName="conn" presStyleLbl="parChTrans1D2" presStyleIdx="0" presStyleCnt="1"/>
      <dgm:spPr/>
    </dgm:pt>
    <dgm:pt modelId="{54810652-168F-A34B-AE92-723995579DFA}" type="pres">
      <dgm:prSet presAssocID="{4ADD5736-C171-AA4B-9366-B3CBD1A76692}" presName="extraNode" presStyleLbl="node1" presStyleIdx="0" presStyleCnt="7"/>
      <dgm:spPr/>
    </dgm:pt>
    <dgm:pt modelId="{430FE249-E9CA-BA47-A40B-40F39953F968}" type="pres">
      <dgm:prSet presAssocID="{4ADD5736-C171-AA4B-9366-B3CBD1A76692}" presName="dstNode" presStyleLbl="node1" presStyleIdx="0" presStyleCnt="7"/>
      <dgm:spPr/>
    </dgm:pt>
    <dgm:pt modelId="{78F3A55E-8D50-4D2E-9030-E9A471AD7BCC}" type="pres">
      <dgm:prSet presAssocID="{1387673C-B790-4E90-92EE-B8CA4DB60C60}" presName="text_1" presStyleLbl="node1" presStyleIdx="0" presStyleCnt="7">
        <dgm:presLayoutVars>
          <dgm:bulletEnabled val="1"/>
        </dgm:presLayoutVars>
      </dgm:prSet>
      <dgm:spPr/>
    </dgm:pt>
    <dgm:pt modelId="{B3F157B3-3C94-4987-9FF9-E8CAEFBAC80A}" type="pres">
      <dgm:prSet presAssocID="{1387673C-B790-4E90-92EE-B8CA4DB60C60}" presName="accent_1" presStyleCnt="0"/>
      <dgm:spPr/>
    </dgm:pt>
    <dgm:pt modelId="{3975B2E5-F814-4DA0-9CCF-48F7EDFC4F35}" type="pres">
      <dgm:prSet presAssocID="{1387673C-B790-4E90-92EE-B8CA4DB60C60}" presName="accentRepeatNode" presStyleLbl="solidFgAcc1" presStyleIdx="0" presStyleCnt="7"/>
      <dgm:spPr/>
    </dgm:pt>
    <dgm:pt modelId="{AA49213B-C83C-4C29-929E-32202979B705}" type="pres">
      <dgm:prSet presAssocID="{EE59E2F3-4081-41D0-8190-3348BBCF3A5A}" presName="text_2" presStyleLbl="node1" presStyleIdx="1" presStyleCnt="7">
        <dgm:presLayoutVars>
          <dgm:bulletEnabled val="1"/>
        </dgm:presLayoutVars>
      </dgm:prSet>
      <dgm:spPr/>
    </dgm:pt>
    <dgm:pt modelId="{C9ECD6D7-6714-43F8-9559-836E02F67A11}" type="pres">
      <dgm:prSet presAssocID="{EE59E2F3-4081-41D0-8190-3348BBCF3A5A}" presName="accent_2" presStyleCnt="0"/>
      <dgm:spPr/>
    </dgm:pt>
    <dgm:pt modelId="{F33D061D-BC1D-461F-A8F8-F7F4AD46302F}" type="pres">
      <dgm:prSet presAssocID="{EE59E2F3-4081-41D0-8190-3348BBCF3A5A}" presName="accentRepeatNode" presStyleLbl="solidFgAcc1" presStyleIdx="1" presStyleCnt="7"/>
      <dgm:spPr/>
    </dgm:pt>
    <dgm:pt modelId="{DB93909A-4C96-4154-AD5E-D016368529FD}" type="pres">
      <dgm:prSet presAssocID="{8AEE7D92-A117-49C7-B150-827D13A5E366}" presName="text_3" presStyleLbl="node1" presStyleIdx="2" presStyleCnt="7">
        <dgm:presLayoutVars>
          <dgm:bulletEnabled val="1"/>
        </dgm:presLayoutVars>
      </dgm:prSet>
      <dgm:spPr/>
    </dgm:pt>
    <dgm:pt modelId="{9324BD09-2F8D-425B-A951-636D7C70B77A}" type="pres">
      <dgm:prSet presAssocID="{8AEE7D92-A117-49C7-B150-827D13A5E366}" presName="accent_3" presStyleCnt="0"/>
      <dgm:spPr/>
    </dgm:pt>
    <dgm:pt modelId="{86052F4B-1D64-41AB-ACED-7594E73FB5C5}" type="pres">
      <dgm:prSet presAssocID="{8AEE7D92-A117-49C7-B150-827D13A5E366}" presName="accentRepeatNode" presStyleLbl="solidFgAcc1" presStyleIdx="2" presStyleCnt="7"/>
      <dgm:spPr/>
    </dgm:pt>
    <dgm:pt modelId="{807BA64E-AF60-4217-B06B-201CF3AE267A}" type="pres">
      <dgm:prSet presAssocID="{802104B9-A89D-4F4B-8D5B-93BA979B9F8E}" presName="text_4" presStyleLbl="node1" presStyleIdx="3" presStyleCnt="7">
        <dgm:presLayoutVars>
          <dgm:bulletEnabled val="1"/>
        </dgm:presLayoutVars>
      </dgm:prSet>
      <dgm:spPr/>
    </dgm:pt>
    <dgm:pt modelId="{D04DEDCF-A294-474A-8AC8-54991B01E7CF}" type="pres">
      <dgm:prSet presAssocID="{802104B9-A89D-4F4B-8D5B-93BA979B9F8E}" presName="accent_4" presStyleCnt="0"/>
      <dgm:spPr/>
    </dgm:pt>
    <dgm:pt modelId="{C7CA6FC8-93A5-7845-8A94-BFC82E92C8D5}" type="pres">
      <dgm:prSet presAssocID="{802104B9-A89D-4F4B-8D5B-93BA979B9F8E}" presName="accentRepeatNode" presStyleLbl="solidFgAcc1" presStyleIdx="3" presStyleCnt="7"/>
      <dgm:spPr/>
    </dgm:pt>
    <dgm:pt modelId="{8956C34B-91DF-4EC8-AF40-1CB32E78B1BA}" type="pres">
      <dgm:prSet presAssocID="{39794703-9041-5C41-BE55-5A8208B02B05}" presName="text_5" presStyleLbl="node1" presStyleIdx="4" presStyleCnt="7">
        <dgm:presLayoutVars>
          <dgm:bulletEnabled val="1"/>
        </dgm:presLayoutVars>
      </dgm:prSet>
      <dgm:spPr/>
    </dgm:pt>
    <dgm:pt modelId="{80A889E1-7724-42E5-931E-B027F0F02BCA}" type="pres">
      <dgm:prSet presAssocID="{39794703-9041-5C41-BE55-5A8208B02B05}" presName="accent_5" presStyleCnt="0"/>
      <dgm:spPr/>
    </dgm:pt>
    <dgm:pt modelId="{9502B663-0E15-C741-A845-6441C8C5C948}" type="pres">
      <dgm:prSet presAssocID="{39794703-9041-5C41-BE55-5A8208B02B05}" presName="accentRepeatNode" presStyleLbl="solidFgAcc1" presStyleIdx="4" presStyleCnt="7"/>
      <dgm:spPr/>
    </dgm:pt>
    <dgm:pt modelId="{D757D095-B058-40A8-8E5C-9B2310500C56}" type="pres">
      <dgm:prSet presAssocID="{1B9150E6-A5EF-44FF-84FA-803716F51BCF}" presName="text_6" presStyleLbl="node1" presStyleIdx="5" presStyleCnt="7">
        <dgm:presLayoutVars>
          <dgm:bulletEnabled val="1"/>
        </dgm:presLayoutVars>
      </dgm:prSet>
      <dgm:spPr/>
    </dgm:pt>
    <dgm:pt modelId="{9BAF027E-8312-41DB-A7B7-39E326CE84CD}" type="pres">
      <dgm:prSet presAssocID="{1B9150E6-A5EF-44FF-84FA-803716F51BCF}" presName="accent_6" presStyleCnt="0"/>
      <dgm:spPr/>
    </dgm:pt>
    <dgm:pt modelId="{5BDC002A-1A3F-4F05-8EF1-BF70150CF989}" type="pres">
      <dgm:prSet presAssocID="{1B9150E6-A5EF-44FF-84FA-803716F51BCF}" presName="accentRepeatNode" presStyleLbl="solidFgAcc1" presStyleIdx="5" presStyleCnt="7"/>
      <dgm:spPr/>
    </dgm:pt>
    <dgm:pt modelId="{FC2C9207-44D4-4C07-9D85-1D194C9BAFFD}" type="pres">
      <dgm:prSet presAssocID="{D220B5B6-88A2-4BDF-9C67-02170069BA02}" presName="text_7" presStyleLbl="node1" presStyleIdx="6" presStyleCnt="7">
        <dgm:presLayoutVars>
          <dgm:bulletEnabled val="1"/>
        </dgm:presLayoutVars>
      </dgm:prSet>
      <dgm:spPr/>
    </dgm:pt>
    <dgm:pt modelId="{961BF3A8-5AF5-4A3B-9A9C-995E9940CDD4}" type="pres">
      <dgm:prSet presAssocID="{D220B5B6-88A2-4BDF-9C67-02170069BA02}" presName="accent_7" presStyleCnt="0"/>
      <dgm:spPr/>
    </dgm:pt>
    <dgm:pt modelId="{50A602EF-5C27-4441-A32E-E6C2314BCF35}" type="pres">
      <dgm:prSet presAssocID="{D220B5B6-88A2-4BDF-9C67-02170069BA02}" presName="accentRepeatNode" presStyleLbl="solidFgAcc1" presStyleIdx="6" presStyleCnt="7"/>
      <dgm:spPr/>
    </dgm:pt>
  </dgm:ptLst>
  <dgm:cxnLst>
    <dgm:cxn modelId="{70D38E0C-4F73-4360-8196-0A7A3DC704AB}" srcId="{4ADD5736-C171-AA4B-9366-B3CBD1A76692}" destId="{EE59E2F3-4081-41D0-8190-3348BBCF3A5A}" srcOrd="1" destOrd="0" parTransId="{282807B3-4CC8-4E19-8254-2A4C4887DBBE}" sibTransId="{F111041C-BD3E-49AB-ACA9-BD246553A042}"/>
    <dgm:cxn modelId="{95F60814-1FAB-3148-B720-12E731652132}" srcId="{4ADD5736-C171-AA4B-9366-B3CBD1A76692}" destId="{802104B9-A89D-4F4B-8D5B-93BA979B9F8E}" srcOrd="3" destOrd="0" parTransId="{4F5A9961-F19D-734B-9293-87212049851D}" sibTransId="{C92D0A6F-67CD-BD44-A0FB-A3361B6EBE78}"/>
    <dgm:cxn modelId="{8196DE17-7E3B-46C4-ACEA-0B1D652640E1}" srcId="{4ADD5736-C171-AA4B-9366-B3CBD1A76692}" destId="{1B9150E6-A5EF-44FF-84FA-803716F51BCF}" srcOrd="5" destOrd="0" parTransId="{C9BE347B-3B48-4294-A35B-4BC7955F2AE2}" sibTransId="{5FD8EEA6-C11E-449F-BF96-8048ACD808EA}"/>
    <dgm:cxn modelId="{B7723219-96C0-48F6-BCB8-FA9BEA9A42C1}" type="presOf" srcId="{8AEE7D92-A117-49C7-B150-827D13A5E366}" destId="{DB93909A-4C96-4154-AD5E-D016368529FD}" srcOrd="0" destOrd="0" presId="urn:microsoft.com/office/officeart/2008/layout/VerticalCurvedList"/>
    <dgm:cxn modelId="{6B758837-130F-4721-BE8F-BDFC87004BBB}" type="presOf" srcId="{39794703-9041-5C41-BE55-5A8208B02B05}" destId="{8956C34B-91DF-4EC8-AF40-1CB32E78B1BA}" srcOrd="0" destOrd="0" presId="urn:microsoft.com/office/officeart/2008/layout/VerticalCurvedList"/>
    <dgm:cxn modelId="{6A39C038-4D12-4CD4-B394-E39AD91E0EF3}" type="presOf" srcId="{802104B9-A89D-4F4B-8D5B-93BA979B9F8E}" destId="{807BA64E-AF60-4217-B06B-201CF3AE267A}" srcOrd="0" destOrd="0" presId="urn:microsoft.com/office/officeart/2008/layout/VerticalCurvedList"/>
    <dgm:cxn modelId="{8626EC39-6B76-480F-89C6-2629594EC389}" srcId="{4ADD5736-C171-AA4B-9366-B3CBD1A76692}" destId="{D220B5B6-88A2-4BDF-9C67-02170069BA02}" srcOrd="6" destOrd="0" parTransId="{C46485CA-4EFC-43E5-B9E9-B68D7039AFE4}" sibTransId="{F16B8991-C86A-4D35-8AF0-171770B4CD7F}"/>
    <dgm:cxn modelId="{54932178-7FCB-4116-A6DD-D8B1A814BC59}" type="presOf" srcId="{1387673C-B790-4E90-92EE-B8CA4DB60C60}" destId="{78F3A55E-8D50-4D2E-9030-E9A471AD7BCC}" srcOrd="0" destOrd="0" presId="urn:microsoft.com/office/officeart/2008/layout/VerticalCurvedList"/>
    <dgm:cxn modelId="{F9541080-4995-4A56-BCE9-319DD9604396}" srcId="{4ADD5736-C171-AA4B-9366-B3CBD1A76692}" destId="{8AEE7D92-A117-49C7-B150-827D13A5E366}" srcOrd="2" destOrd="0" parTransId="{1A4C6871-B7B6-4A8E-B0D1-B3B2F2AEF4AE}" sibTransId="{1D6DAEFB-768B-4820-9D3A-AB19368BCD57}"/>
    <dgm:cxn modelId="{4D3DAC85-493F-47F8-812C-FBEAC3296F65}" type="presOf" srcId="{9AB7E4AE-B567-4E04-82C4-F14042F19143}" destId="{35644209-90A7-A149-AC5D-AD1B43F10545}" srcOrd="0" destOrd="0" presId="urn:microsoft.com/office/officeart/2008/layout/VerticalCurvedList"/>
    <dgm:cxn modelId="{20F5C488-A113-4E4D-ABBA-4112E3B2DF49}" type="presOf" srcId="{D220B5B6-88A2-4BDF-9C67-02170069BA02}" destId="{FC2C9207-44D4-4C07-9D85-1D194C9BAFFD}" srcOrd="0" destOrd="0" presId="urn:microsoft.com/office/officeart/2008/layout/VerticalCurvedList"/>
    <dgm:cxn modelId="{8CEA7B94-EC41-4ABC-B145-C83CC7C6CB87}" type="presOf" srcId="{EE59E2F3-4081-41D0-8190-3348BBCF3A5A}" destId="{AA49213B-C83C-4C29-929E-32202979B705}" srcOrd="0" destOrd="0" presId="urn:microsoft.com/office/officeart/2008/layout/VerticalCurvedList"/>
    <dgm:cxn modelId="{34F38BA1-B61F-4CC9-B208-2DFAD24F6925}" type="presOf" srcId="{1B9150E6-A5EF-44FF-84FA-803716F51BCF}" destId="{D757D095-B058-40A8-8E5C-9B2310500C56}" srcOrd="0" destOrd="0" presId="urn:microsoft.com/office/officeart/2008/layout/VerticalCurvedList"/>
    <dgm:cxn modelId="{C893D9BF-9913-F94E-9505-4917338A88A8}" type="presOf" srcId="{4ADD5736-C171-AA4B-9366-B3CBD1A76692}" destId="{A0E47E9F-2E15-6A43-8660-7AE15DEB20D1}" srcOrd="0" destOrd="0" presId="urn:microsoft.com/office/officeart/2008/layout/VerticalCurvedList"/>
    <dgm:cxn modelId="{66A2E2D6-92B3-4FFD-95BC-51A844104606}" srcId="{4ADD5736-C171-AA4B-9366-B3CBD1A76692}" destId="{1387673C-B790-4E90-92EE-B8CA4DB60C60}" srcOrd="0" destOrd="0" parTransId="{94457391-D3C9-48F8-8493-D4E9586DA8A8}" sibTransId="{9AB7E4AE-B567-4E04-82C4-F14042F19143}"/>
    <dgm:cxn modelId="{520585ED-81C0-6642-B06F-5B2A702E4BF3}" srcId="{4ADD5736-C171-AA4B-9366-B3CBD1A76692}" destId="{39794703-9041-5C41-BE55-5A8208B02B05}" srcOrd="4" destOrd="0" parTransId="{75D2434B-4B12-774D-A434-1376C706E00B}" sibTransId="{3C1A5732-3905-F945-A921-D021C75DC541}"/>
    <dgm:cxn modelId="{8924ACE4-502C-F944-B4AA-BEE3D54D55EE}" type="presParOf" srcId="{A0E47E9F-2E15-6A43-8660-7AE15DEB20D1}" destId="{A77538E6-5F95-5745-BA2A-7EDBAC579493}" srcOrd="0" destOrd="0" presId="urn:microsoft.com/office/officeart/2008/layout/VerticalCurvedList"/>
    <dgm:cxn modelId="{9239ADFF-CEEC-6641-A89B-D448801282BE}" type="presParOf" srcId="{A77538E6-5F95-5745-BA2A-7EDBAC579493}" destId="{4BE16C2A-AC77-B541-A70B-E772E558E9B9}" srcOrd="0" destOrd="0" presId="urn:microsoft.com/office/officeart/2008/layout/VerticalCurvedList"/>
    <dgm:cxn modelId="{FF4C7698-064A-6F42-8992-1C96BB2EDBD5}" type="presParOf" srcId="{4BE16C2A-AC77-B541-A70B-E772E558E9B9}" destId="{DE3B56BB-0B9B-D04B-9EC0-11F4E00296E5}" srcOrd="0" destOrd="0" presId="urn:microsoft.com/office/officeart/2008/layout/VerticalCurvedList"/>
    <dgm:cxn modelId="{F0EA7D8A-19FB-5742-9B27-F2A418F5C75A}" type="presParOf" srcId="{4BE16C2A-AC77-B541-A70B-E772E558E9B9}" destId="{35644209-90A7-A149-AC5D-AD1B43F10545}" srcOrd="1" destOrd="0" presId="urn:microsoft.com/office/officeart/2008/layout/VerticalCurvedList"/>
    <dgm:cxn modelId="{674DE678-18FA-E44E-A6F6-3FD492F99260}" type="presParOf" srcId="{4BE16C2A-AC77-B541-A70B-E772E558E9B9}" destId="{54810652-168F-A34B-AE92-723995579DFA}" srcOrd="2" destOrd="0" presId="urn:microsoft.com/office/officeart/2008/layout/VerticalCurvedList"/>
    <dgm:cxn modelId="{C2715512-D9AA-2E49-9FF8-AC8F41B6527C}" type="presParOf" srcId="{4BE16C2A-AC77-B541-A70B-E772E558E9B9}" destId="{430FE249-E9CA-BA47-A40B-40F39953F968}" srcOrd="3" destOrd="0" presId="urn:microsoft.com/office/officeart/2008/layout/VerticalCurvedList"/>
    <dgm:cxn modelId="{7F18B29B-2698-4D3F-97FD-4E1E09C583D8}" type="presParOf" srcId="{A77538E6-5F95-5745-BA2A-7EDBAC579493}" destId="{78F3A55E-8D50-4D2E-9030-E9A471AD7BCC}" srcOrd="1" destOrd="0" presId="urn:microsoft.com/office/officeart/2008/layout/VerticalCurvedList"/>
    <dgm:cxn modelId="{8AD8675F-AB62-415F-AD9C-F782E24747D6}" type="presParOf" srcId="{A77538E6-5F95-5745-BA2A-7EDBAC579493}" destId="{B3F157B3-3C94-4987-9FF9-E8CAEFBAC80A}" srcOrd="2" destOrd="0" presId="urn:microsoft.com/office/officeart/2008/layout/VerticalCurvedList"/>
    <dgm:cxn modelId="{500E74FD-8630-47E2-B5EA-FC9BA191BF76}" type="presParOf" srcId="{B3F157B3-3C94-4987-9FF9-E8CAEFBAC80A}" destId="{3975B2E5-F814-4DA0-9CCF-48F7EDFC4F35}" srcOrd="0" destOrd="0" presId="urn:microsoft.com/office/officeart/2008/layout/VerticalCurvedList"/>
    <dgm:cxn modelId="{8E38A035-4462-4754-9579-91F8CB50C206}" type="presParOf" srcId="{A77538E6-5F95-5745-BA2A-7EDBAC579493}" destId="{AA49213B-C83C-4C29-929E-32202979B705}" srcOrd="3" destOrd="0" presId="urn:microsoft.com/office/officeart/2008/layout/VerticalCurvedList"/>
    <dgm:cxn modelId="{C709D14E-30EF-41E0-A9D7-AFD3223C3A45}" type="presParOf" srcId="{A77538E6-5F95-5745-BA2A-7EDBAC579493}" destId="{C9ECD6D7-6714-43F8-9559-836E02F67A11}" srcOrd="4" destOrd="0" presId="urn:microsoft.com/office/officeart/2008/layout/VerticalCurvedList"/>
    <dgm:cxn modelId="{64885890-A847-4FA0-8A2D-355506C92327}" type="presParOf" srcId="{C9ECD6D7-6714-43F8-9559-836E02F67A11}" destId="{F33D061D-BC1D-461F-A8F8-F7F4AD46302F}" srcOrd="0" destOrd="0" presId="urn:microsoft.com/office/officeart/2008/layout/VerticalCurvedList"/>
    <dgm:cxn modelId="{301E68F1-E4F9-4361-9C3D-C82BF4F9032E}" type="presParOf" srcId="{A77538E6-5F95-5745-BA2A-7EDBAC579493}" destId="{DB93909A-4C96-4154-AD5E-D016368529FD}" srcOrd="5" destOrd="0" presId="urn:microsoft.com/office/officeart/2008/layout/VerticalCurvedList"/>
    <dgm:cxn modelId="{F7F4BE47-7D54-432F-830B-CE38097D23BE}" type="presParOf" srcId="{A77538E6-5F95-5745-BA2A-7EDBAC579493}" destId="{9324BD09-2F8D-425B-A951-636D7C70B77A}" srcOrd="6" destOrd="0" presId="urn:microsoft.com/office/officeart/2008/layout/VerticalCurvedList"/>
    <dgm:cxn modelId="{7B08FCB4-DA67-4677-8C26-A7AF5C4357C1}" type="presParOf" srcId="{9324BD09-2F8D-425B-A951-636D7C70B77A}" destId="{86052F4B-1D64-41AB-ACED-7594E73FB5C5}" srcOrd="0" destOrd="0" presId="urn:microsoft.com/office/officeart/2008/layout/VerticalCurvedList"/>
    <dgm:cxn modelId="{B2F800C0-3EEB-4F02-8573-6DB79810E67C}" type="presParOf" srcId="{A77538E6-5F95-5745-BA2A-7EDBAC579493}" destId="{807BA64E-AF60-4217-B06B-201CF3AE267A}" srcOrd="7" destOrd="0" presId="urn:microsoft.com/office/officeart/2008/layout/VerticalCurvedList"/>
    <dgm:cxn modelId="{FA5C903E-1BDB-4ADE-A792-5263D7DC8116}" type="presParOf" srcId="{A77538E6-5F95-5745-BA2A-7EDBAC579493}" destId="{D04DEDCF-A294-474A-8AC8-54991B01E7CF}" srcOrd="8" destOrd="0" presId="urn:microsoft.com/office/officeart/2008/layout/VerticalCurvedList"/>
    <dgm:cxn modelId="{FB13CCF7-3DC7-478F-BAE7-057055EA0F97}" type="presParOf" srcId="{D04DEDCF-A294-474A-8AC8-54991B01E7CF}" destId="{C7CA6FC8-93A5-7845-8A94-BFC82E92C8D5}" srcOrd="0" destOrd="0" presId="urn:microsoft.com/office/officeart/2008/layout/VerticalCurvedList"/>
    <dgm:cxn modelId="{D2631549-B5D5-4ABD-A0A1-BB3F68D797B1}" type="presParOf" srcId="{A77538E6-5F95-5745-BA2A-7EDBAC579493}" destId="{8956C34B-91DF-4EC8-AF40-1CB32E78B1BA}" srcOrd="9" destOrd="0" presId="urn:microsoft.com/office/officeart/2008/layout/VerticalCurvedList"/>
    <dgm:cxn modelId="{7EFD185B-D713-432A-92F8-3D609C96008B}" type="presParOf" srcId="{A77538E6-5F95-5745-BA2A-7EDBAC579493}" destId="{80A889E1-7724-42E5-931E-B027F0F02BCA}" srcOrd="10" destOrd="0" presId="urn:microsoft.com/office/officeart/2008/layout/VerticalCurvedList"/>
    <dgm:cxn modelId="{F1C60763-82C3-445D-B941-17D64791C1DF}" type="presParOf" srcId="{80A889E1-7724-42E5-931E-B027F0F02BCA}" destId="{9502B663-0E15-C741-A845-6441C8C5C948}" srcOrd="0" destOrd="0" presId="urn:microsoft.com/office/officeart/2008/layout/VerticalCurvedList"/>
    <dgm:cxn modelId="{466B3111-EA58-4C26-A628-0C4138AAB705}" type="presParOf" srcId="{A77538E6-5F95-5745-BA2A-7EDBAC579493}" destId="{D757D095-B058-40A8-8E5C-9B2310500C56}" srcOrd="11" destOrd="0" presId="urn:microsoft.com/office/officeart/2008/layout/VerticalCurvedList"/>
    <dgm:cxn modelId="{B1653380-AE27-42AD-9DA5-307025B56BAE}" type="presParOf" srcId="{A77538E6-5F95-5745-BA2A-7EDBAC579493}" destId="{9BAF027E-8312-41DB-A7B7-39E326CE84CD}" srcOrd="12" destOrd="0" presId="urn:microsoft.com/office/officeart/2008/layout/VerticalCurvedList"/>
    <dgm:cxn modelId="{545E8E16-840B-4C71-851A-EBB0CDF6C0A4}" type="presParOf" srcId="{9BAF027E-8312-41DB-A7B7-39E326CE84CD}" destId="{5BDC002A-1A3F-4F05-8EF1-BF70150CF989}" srcOrd="0" destOrd="0" presId="urn:microsoft.com/office/officeart/2008/layout/VerticalCurvedList"/>
    <dgm:cxn modelId="{9CE96483-7789-4EE0-AB31-3EFEB72A4571}" type="presParOf" srcId="{A77538E6-5F95-5745-BA2A-7EDBAC579493}" destId="{FC2C9207-44D4-4C07-9D85-1D194C9BAFFD}" srcOrd="13" destOrd="0" presId="urn:microsoft.com/office/officeart/2008/layout/VerticalCurvedList"/>
    <dgm:cxn modelId="{5764673C-9EDB-4E2B-A5C2-4EEE91B87D5F}" type="presParOf" srcId="{A77538E6-5F95-5745-BA2A-7EDBAC579493}" destId="{961BF3A8-5AF5-4A3B-9A9C-995E9940CDD4}" srcOrd="14" destOrd="0" presId="urn:microsoft.com/office/officeart/2008/layout/VerticalCurvedList"/>
    <dgm:cxn modelId="{30F67424-EBD8-4BCC-B1C0-EC92373A6694}" type="presParOf" srcId="{961BF3A8-5AF5-4A3B-9A9C-995E9940CDD4}" destId="{50A602EF-5C27-4441-A32E-E6C2314BCF3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44209-90A7-A149-AC5D-AD1B43F10545}">
      <dsp:nvSpPr>
        <dsp:cNvPr id="0" name=""/>
        <dsp:cNvSpPr/>
      </dsp:nvSpPr>
      <dsp:spPr>
        <a:xfrm>
          <a:off x="-5424979" y="-831103"/>
          <a:ext cx="6462806" cy="6462806"/>
        </a:xfrm>
        <a:prstGeom prst="blockArc">
          <a:avLst>
            <a:gd name="adj1" fmla="val 18900000"/>
            <a:gd name="adj2" fmla="val 2700000"/>
            <a:gd name="adj3" fmla="val 334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F3A55E-8D50-4D2E-9030-E9A471AD7BCC}">
      <dsp:nvSpPr>
        <dsp:cNvPr id="0" name=""/>
        <dsp:cNvSpPr/>
      </dsp:nvSpPr>
      <dsp:spPr>
        <a:xfrm>
          <a:off x="336762" y="218235"/>
          <a:ext cx="9154185" cy="4362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300" kern="1200">
              <a:solidFill>
                <a:schemeClr val="bg2"/>
              </a:solidFill>
            </a:rPr>
            <a:t>Context (het bedrijf groot klein? Sector</a:t>
          </a:r>
          <a:endParaRPr lang="nl-NL" sz="1300" kern="1200" dirty="0">
            <a:solidFill>
              <a:schemeClr val="bg2"/>
            </a:solidFill>
          </a:endParaRPr>
        </a:p>
      </dsp:txBody>
      <dsp:txXfrm>
        <a:off x="336762" y="218235"/>
        <a:ext cx="9154185" cy="436278"/>
      </dsp:txXfrm>
    </dsp:sp>
    <dsp:sp modelId="{3975B2E5-F814-4DA0-9CCF-48F7EDFC4F35}">
      <dsp:nvSpPr>
        <dsp:cNvPr id="0" name=""/>
        <dsp:cNvSpPr/>
      </dsp:nvSpPr>
      <dsp:spPr>
        <a:xfrm>
          <a:off x="64088" y="163700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49213B-C83C-4C29-929E-32202979B705}">
      <dsp:nvSpPr>
        <dsp:cNvPr id="0" name=""/>
        <dsp:cNvSpPr/>
      </dsp:nvSpPr>
      <dsp:spPr>
        <a:xfrm>
          <a:off x="731851" y="873037"/>
          <a:ext cx="8759096" cy="4362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Het </a:t>
          </a:r>
          <a:r>
            <a:rPr lang="en-GB" sz="1300" kern="1200" dirty="0" err="1"/>
            <a:t>probleem</a:t>
          </a:r>
          <a:endParaRPr lang="en-GB" sz="1300" kern="1200" dirty="0"/>
        </a:p>
      </dsp:txBody>
      <dsp:txXfrm>
        <a:off x="731851" y="873037"/>
        <a:ext cx="8759096" cy="436278"/>
      </dsp:txXfrm>
    </dsp:sp>
    <dsp:sp modelId="{F33D061D-BC1D-461F-A8F8-F7F4AD46302F}">
      <dsp:nvSpPr>
        <dsp:cNvPr id="0" name=""/>
        <dsp:cNvSpPr/>
      </dsp:nvSpPr>
      <dsp:spPr>
        <a:xfrm>
          <a:off x="459177" y="818502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3909A-4C96-4154-AD5E-D016368529FD}">
      <dsp:nvSpPr>
        <dsp:cNvPr id="0" name=""/>
        <dsp:cNvSpPr/>
      </dsp:nvSpPr>
      <dsp:spPr>
        <a:xfrm>
          <a:off x="948358" y="1527358"/>
          <a:ext cx="8542589" cy="4362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De </a:t>
          </a:r>
          <a:r>
            <a:rPr lang="en-GB" sz="1300" kern="1200" dirty="0" err="1"/>
            <a:t>Oplossing</a:t>
          </a:r>
          <a:endParaRPr lang="LID4096" sz="1300" kern="1200" dirty="0"/>
        </a:p>
      </dsp:txBody>
      <dsp:txXfrm>
        <a:off x="948358" y="1527358"/>
        <a:ext cx="8542589" cy="436278"/>
      </dsp:txXfrm>
    </dsp:sp>
    <dsp:sp modelId="{86052F4B-1D64-41AB-ACED-7594E73FB5C5}">
      <dsp:nvSpPr>
        <dsp:cNvPr id="0" name=""/>
        <dsp:cNvSpPr/>
      </dsp:nvSpPr>
      <dsp:spPr>
        <a:xfrm>
          <a:off x="675684" y="1472824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7BA64E-AF60-4217-B06B-201CF3AE267A}">
      <dsp:nvSpPr>
        <dsp:cNvPr id="0" name=""/>
        <dsp:cNvSpPr/>
      </dsp:nvSpPr>
      <dsp:spPr>
        <a:xfrm>
          <a:off x="1017487" y="2182160"/>
          <a:ext cx="8473460" cy="4362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300" kern="1200">
              <a:solidFill>
                <a:schemeClr val="bg2"/>
              </a:solidFill>
            </a:rPr>
            <a:t>Oplossing</a:t>
          </a:r>
          <a:endParaRPr lang="nl-NL" sz="1300" kern="1200" dirty="0">
            <a:solidFill>
              <a:schemeClr val="bg2"/>
            </a:solidFill>
          </a:endParaRPr>
        </a:p>
      </dsp:txBody>
      <dsp:txXfrm>
        <a:off x="1017487" y="2182160"/>
        <a:ext cx="8473460" cy="436278"/>
      </dsp:txXfrm>
    </dsp:sp>
    <dsp:sp modelId="{C7CA6FC8-93A5-7845-8A94-BFC82E92C8D5}">
      <dsp:nvSpPr>
        <dsp:cNvPr id="0" name=""/>
        <dsp:cNvSpPr/>
      </dsp:nvSpPr>
      <dsp:spPr>
        <a:xfrm>
          <a:off x="744813" y="2127625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56C34B-91DF-4EC8-AF40-1CB32E78B1BA}">
      <dsp:nvSpPr>
        <dsp:cNvPr id="0" name=""/>
        <dsp:cNvSpPr/>
      </dsp:nvSpPr>
      <dsp:spPr>
        <a:xfrm>
          <a:off x="948358" y="2836962"/>
          <a:ext cx="8542589" cy="4362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300" kern="1200" dirty="0">
              <a:solidFill>
                <a:schemeClr val="bg2"/>
              </a:solidFill>
            </a:rPr>
            <a:t>Demo Mijn werkt tot nu toe + projectdoelen</a:t>
          </a:r>
          <a:br>
            <a:rPr lang="nl-NL" sz="1300" kern="1200" dirty="0">
              <a:solidFill>
                <a:schemeClr val="bg2"/>
              </a:solidFill>
            </a:rPr>
          </a:br>
          <a:r>
            <a:rPr lang="nl-NL" sz="1300" kern="1200" dirty="0">
              <a:solidFill>
                <a:schemeClr val="bg2"/>
              </a:solidFill>
            </a:rPr>
            <a:t>Waar ben ik trots op</a:t>
          </a:r>
        </a:p>
      </dsp:txBody>
      <dsp:txXfrm>
        <a:off x="948358" y="2836962"/>
        <a:ext cx="8542589" cy="436278"/>
      </dsp:txXfrm>
    </dsp:sp>
    <dsp:sp modelId="{9502B663-0E15-C741-A845-6441C8C5C948}">
      <dsp:nvSpPr>
        <dsp:cNvPr id="0" name=""/>
        <dsp:cNvSpPr/>
      </dsp:nvSpPr>
      <dsp:spPr>
        <a:xfrm>
          <a:off x="675684" y="2782427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7D095-B058-40A8-8E5C-9B2310500C56}">
      <dsp:nvSpPr>
        <dsp:cNvPr id="0" name=""/>
        <dsp:cNvSpPr/>
      </dsp:nvSpPr>
      <dsp:spPr>
        <a:xfrm>
          <a:off x="731851" y="3491284"/>
          <a:ext cx="8759096" cy="4362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 err="1"/>
            <a:t>Vervolg</a:t>
          </a:r>
          <a:r>
            <a:rPr lang="en-GB" sz="1300" kern="1200" dirty="0"/>
            <a:t> </a:t>
          </a:r>
          <a:r>
            <a:rPr lang="en-GB" sz="1300" kern="1200" dirty="0" err="1"/>
            <a:t>volgende</a:t>
          </a:r>
          <a:r>
            <a:rPr lang="en-GB" sz="1300" kern="1200" dirty="0"/>
            <a:t> 50 </a:t>
          </a:r>
          <a:r>
            <a:rPr lang="en-GB" sz="1300" kern="1200" dirty="0" err="1"/>
            <a:t>procent</a:t>
          </a:r>
          <a:endParaRPr lang="LID4096" sz="1300" kern="1200" dirty="0"/>
        </a:p>
      </dsp:txBody>
      <dsp:txXfrm>
        <a:off x="731851" y="3491284"/>
        <a:ext cx="8759096" cy="436278"/>
      </dsp:txXfrm>
    </dsp:sp>
    <dsp:sp modelId="{5BDC002A-1A3F-4F05-8EF1-BF70150CF989}">
      <dsp:nvSpPr>
        <dsp:cNvPr id="0" name=""/>
        <dsp:cNvSpPr/>
      </dsp:nvSpPr>
      <dsp:spPr>
        <a:xfrm>
          <a:off x="459177" y="3436749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2C9207-44D4-4C07-9D85-1D194C9BAFFD}">
      <dsp:nvSpPr>
        <dsp:cNvPr id="0" name=""/>
        <dsp:cNvSpPr/>
      </dsp:nvSpPr>
      <dsp:spPr>
        <a:xfrm>
          <a:off x="336762" y="4146086"/>
          <a:ext cx="9154185" cy="4362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Retrospective</a:t>
          </a:r>
          <a:endParaRPr lang="LID4096" sz="1300" kern="1200" dirty="0"/>
        </a:p>
      </dsp:txBody>
      <dsp:txXfrm>
        <a:off x="336762" y="4146086"/>
        <a:ext cx="9154185" cy="436278"/>
      </dsp:txXfrm>
    </dsp:sp>
    <dsp:sp modelId="{50A602EF-5C27-4441-A32E-E6C2314BCF35}">
      <dsp:nvSpPr>
        <dsp:cNvPr id="0" name=""/>
        <dsp:cNvSpPr/>
      </dsp:nvSpPr>
      <dsp:spPr>
        <a:xfrm>
          <a:off x="64088" y="4091551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CCF49-AF44-4DCB-9905-D4ED6AC53EF8}" type="datetimeFigureOut">
              <a:t>11/09/2025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E92FB-8940-4F2A-AEFD-73BDAD14E75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684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Welkom </a:t>
            </a:r>
            <a:r>
              <a:rPr lang="en-US" err="1">
                <a:ea typeface="Calibri"/>
                <a:cs typeface="Calibri"/>
              </a:rPr>
              <a:t>bij</a:t>
            </a:r>
            <a:r>
              <a:rPr lang="en-US">
                <a:ea typeface="Calibri"/>
                <a:cs typeface="Calibri"/>
              </a:rPr>
              <a:t> de 50 </a:t>
            </a:r>
            <a:r>
              <a:rPr lang="en-US" err="1">
                <a:ea typeface="Calibri"/>
                <a:cs typeface="Calibri"/>
              </a:rPr>
              <a:t>procent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presentatie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Ons project is het industrial </a:t>
            </a:r>
            <a:r>
              <a:rPr lang="en-US" err="1">
                <a:ea typeface="Calibri"/>
                <a:cs typeface="Calibri"/>
              </a:rPr>
              <a:t>iot</a:t>
            </a:r>
            <a:r>
              <a:rPr lang="en-US">
                <a:ea typeface="Calibri"/>
                <a:cs typeface="Calibri"/>
              </a:rPr>
              <a:t> hub</a:t>
            </a:r>
          </a:p>
          <a:p>
            <a:r>
              <a:rPr lang="en-US">
                <a:ea typeface="Calibri"/>
                <a:cs typeface="Calibri"/>
              </a:rPr>
              <a:t>Ik ben </a:t>
            </a:r>
            <a:r>
              <a:rPr lang="en-US" err="1">
                <a:ea typeface="Calibri"/>
                <a:cs typeface="Calibri"/>
              </a:rPr>
              <a:t>derk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bla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bla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bla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79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Dus </a:t>
            </a:r>
            <a:r>
              <a:rPr lang="en-US" err="1">
                <a:ea typeface="Calibri"/>
                <a:cs typeface="Calibri"/>
              </a:rPr>
              <a:t>waar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gaan</a:t>
            </a:r>
            <a:r>
              <a:rPr lang="en-US">
                <a:ea typeface="Calibri"/>
                <a:cs typeface="Calibri"/>
              </a:rPr>
              <a:t> we het over </a:t>
            </a:r>
            <a:r>
              <a:rPr lang="en-US" err="1">
                <a:ea typeface="Calibri"/>
                <a:cs typeface="Calibri"/>
              </a:rPr>
              <a:t>hebben</a:t>
            </a:r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Eerst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gaan</a:t>
            </a:r>
            <a:r>
              <a:rPr lang="en-US">
                <a:ea typeface="Calibri"/>
                <a:cs typeface="Calibri"/>
              </a:rPr>
              <a:t> we de context van </a:t>
            </a:r>
            <a:r>
              <a:rPr lang="en-US" err="1">
                <a:ea typeface="Calibri"/>
                <a:cs typeface="Calibri"/>
              </a:rPr>
              <a:t>ons</a:t>
            </a:r>
            <a:r>
              <a:rPr lang="en-US">
                <a:ea typeface="Calibri"/>
                <a:cs typeface="Calibri"/>
              </a:rPr>
              <a:t> project </a:t>
            </a:r>
            <a:r>
              <a:rPr lang="en-US" err="1">
                <a:ea typeface="Calibri"/>
                <a:cs typeface="Calibri"/>
              </a:rPr>
              <a:t>uitleggen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waarnaar</a:t>
            </a:r>
            <a:r>
              <a:rPr lang="en-US">
                <a:ea typeface="Calibri"/>
                <a:cs typeface="Calibri"/>
              </a:rPr>
              <a:t> het </a:t>
            </a:r>
            <a:r>
              <a:rPr lang="en-US" err="1">
                <a:ea typeface="Calibri"/>
                <a:cs typeface="Calibri"/>
              </a:rPr>
              <a:t>probleem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volgt</a:t>
            </a:r>
            <a:r>
              <a:rPr lang="en-US">
                <a:ea typeface="Calibri"/>
                <a:cs typeface="Calibri"/>
              </a:rPr>
              <a:t>.</a:t>
            </a:r>
          </a:p>
          <a:p>
            <a:r>
              <a:rPr lang="en-US">
                <a:ea typeface="Calibri"/>
                <a:cs typeface="Calibri"/>
              </a:rPr>
              <a:t>Dan laten we </a:t>
            </a:r>
            <a:r>
              <a:rPr lang="en-US" err="1">
                <a:ea typeface="Calibri"/>
                <a:cs typeface="Calibri"/>
              </a:rPr>
              <a:t>ziet</a:t>
            </a:r>
            <a:r>
              <a:rPr lang="en-US">
                <a:ea typeface="Calibri"/>
                <a:cs typeface="Calibri"/>
              </a:rPr>
              <a:t> wat </a:t>
            </a:r>
            <a:r>
              <a:rPr lang="en-US" err="1">
                <a:ea typeface="Calibri"/>
                <a:cs typeface="Calibri"/>
              </a:rPr>
              <a:t>onze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oplossing</a:t>
            </a:r>
            <a:r>
              <a:rPr lang="en-US">
                <a:ea typeface="Calibri"/>
                <a:cs typeface="Calibri"/>
              </a:rPr>
              <a:t> is </a:t>
            </a:r>
            <a:r>
              <a:rPr lang="en-US" err="1">
                <a:ea typeface="Calibri"/>
                <a:cs typeface="Calibri"/>
              </a:rPr>
              <a:t>voor</a:t>
            </a:r>
            <a:r>
              <a:rPr lang="en-US">
                <a:ea typeface="Calibri"/>
                <a:cs typeface="Calibri"/>
              </a:rPr>
              <a:t> het project </a:t>
            </a:r>
            <a:r>
              <a:rPr lang="en-US" err="1">
                <a:ea typeface="Calibri"/>
                <a:cs typeface="Calibri"/>
              </a:rPr>
              <a:t>en</a:t>
            </a:r>
            <a:r>
              <a:rPr lang="en-US">
                <a:ea typeface="Calibri"/>
                <a:cs typeface="Calibri"/>
              </a:rPr>
              <a:t> wat </a:t>
            </a:r>
            <a:r>
              <a:rPr lang="en-US" err="1">
                <a:ea typeface="Calibri"/>
                <a:cs typeface="Calibri"/>
              </a:rPr>
              <a:t>wij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hieraan</a:t>
            </a:r>
            <a:r>
              <a:rPr lang="en-US">
                <a:ea typeface="Calibri"/>
                <a:cs typeface="Calibri"/>
              </a:rPr>
              <a:t> al </a:t>
            </a:r>
            <a:r>
              <a:rPr lang="en-US" err="1">
                <a:ea typeface="Calibri"/>
                <a:cs typeface="Calibri"/>
              </a:rPr>
              <a:t>gedaan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hebben</a:t>
            </a:r>
            <a:r>
              <a:rPr lang="en-US">
                <a:ea typeface="Calibri"/>
                <a:cs typeface="Calibri"/>
              </a:rPr>
              <a:t>.</a:t>
            </a:r>
          </a:p>
          <a:p>
            <a:r>
              <a:rPr lang="en-US" err="1">
                <a:ea typeface="Calibri"/>
                <a:cs typeface="Calibri"/>
              </a:rPr>
              <a:t>Vervolgens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gaan</a:t>
            </a:r>
            <a:r>
              <a:rPr lang="en-US">
                <a:ea typeface="Calibri"/>
                <a:cs typeface="Calibri"/>
              </a:rPr>
              <a:t> we even </a:t>
            </a:r>
            <a:r>
              <a:rPr lang="en-US" err="1">
                <a:ea typeface="Calibri"/>
                <a:cs typeface="Calibri"/>
              </a:rPr>
              <a:t>een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demostratie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geven</a:t>
            </a:r>
            <a:r>
              <a:rPr lang="en-US">
                <a:ea typeface="Calibri"/>
                <a:cs typeface="Calibri"/>
              </a:rPr>
              <a:t> van wat we </a:t>
            </a:r>
            <a:r>
              <a:rPr lang="en-US" err="1">
                <a:ea typeface="Calibri"/>
                <a:cs typeface="Calibri"/>
              </a:rPr>
              <a:t>hebben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Ten slot </a:t>
            </a:r>
            <a:r>
              <a:rPr lang="en-US" err="1">
                <a:ea typeface="Calibri"/>
                <a:cs typeface="Calibri"/>
              </a:rPr>
              <a:t>gaan</a:t>
            </a:r>
            <a:r>
              <a:rPr lang="en-US">
                <a:ea typeface="Calibri"/>
                <a:cs typeface="Calibri"/>
              </a:rPr>
              <a:t> we </a:t>
            </a:r>
            <a:r>
              <a:rPr lang="en-US" err="1">
                <a:ea typeface="Calibri"/>
                <a:cs typeface="Calibri"/>
              </a:rPr>
              <a:t>uitleggen</a:t>
            </a:r>
            <a:r>
              <a:rPr lang="en-US">
                <a:ea typeface="Calibri"/>
                <a:cs typeface="Calibri"/>
              </a:rPr>
              <a:t> wat er </a:t>
            </a:r>
            <a:r>
              <a:rPr lang="en-US" err="1">
                <a:ea typeface="Calibri"/>
                <a:cs typeface="Calibri"/>
              </a:rPr>
              <a:t>nog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doen</a:t>
            </a:r>
            <a:r>
              <a:rPr lang="en-US">
                <a:ea typeface="Calibri"/>
                <a:cs typeface="Calibri"/>
              </a:rPr>
              <a:t> is </a:t>
            </a:r>
            <a:r>
              <a:rPr lang="en-US" err="1">
                <a:ea typeface="Calibri"/>
                <a:cs typeface="Calibri"/>
              </a:rPr>
              <a:t>en</a:t>
            </a:r>
            <a:r>
              <a:rPr lang="en-US">
                <a:ea typeface="Calibri"/>
                <a:cs typeface="Calibri"/>
              </a:rPr>
              <a:t> wat </a:t>
            </a:r>
            <a:r>
              <a:rPr lang="en-US" err="1">
                <a:ea typeface="Calibri"/>
                <a:cs typeface="Calibri"/>
              </a:rPr>
              <a:t>onze</a:t>
            </a:r>
            <a:r>
              <a:rPr lang="en-US">
                <a:ea typeface="Calibri"/>
                <a:cs typeface="Calibri"/>
              </a:rPr>
              <a:t> planning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E92FB-8940-4F2A-AEFD-73BDAD14E750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96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8609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27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7861044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346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172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331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310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505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416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461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8948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0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58777-2DDE-962D-76E7-3FEDA605F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267" y="1886169"/>
            <a:ext cx="6921963" cy="2175424"/>
          </a:xfrm>
        </p:spPr>
        <p:txBody>
          <a:bodyPr/>
          <a:lstStyle/>
          <a:p>
            <a:r>
              <a:rPr lang="en-GB" dirty="0">
                <a:latin typeface="Abadi" panose="020F0502020204030204" pitchFamily="34" charset="0"/>
              </a:rPr>
              <a:t>Attendance </a:t>
            </a:r>
            <a:r>
              <a:rPr lang="en-GB" dirty="0" err="1">
                <a:latin typeface="Abadi" panose="020F0502020204030204" pitchFamily="34" charset="0"/>
              </a:rPr>
              <a:t>Systeem</a:t>
            </a:r>
            <a:endParaRPr lang="nl-NL" dirty="0">
              <a:latin typeface="Abadi" panose="020F0502020204030204" pitchFamily="34" charset="0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7BDE6B4-019E-DFF9-A828-AD1289FB2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47702" y="6277893"/>
            <a:ext cx="5357600" cy="1160213"/>
          </a:xfrm>
        </p:spPr>
        <p:txBody>
          <a:bodyPr/>
          <a:lstStyle/>
          <a:p>
            <a:r>
              <a:rPr lang="nl-NL" dirty="0">
                <a:latin typeface="Abadi" panose="020F0502020204030204" pitchFamily="34" charset="0"/>
              </a:rPr>
              <a:t>Door: Derk 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9569E5E0-4C6D-DFE9-EC4F-DBF0C92A54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ID4096"/>
          </a:p>
        </p:txBody>
      </p:sp>
      <p:pic>
        <p:nvPicPr>
          <p:cNvPr id="8" name="Picture 7" descr="A logo with a face and dots&#10;&#10;AI-generated content may be incorrect.">
            <a:extLst>
              <a:ext uri="{FF2B5EF4-FFF2-40B4-BE49-F238E27FC236}">
                <a16:creationId xmlns:a16="http://schemas.microsoft.com/office/drawing/2014/main" id="{5FB036A5-AED5-E0D1-01F2-B761CE4F4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67" y="239188"/>
            <a:ext cx="3436012" cy="134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88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500E6-1AB2-F4FF-14D9-4ED9E811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badi" panose="020F0502020204030204" pitchFamily="34" charset="0"/>
              </a:rPr>
              <a:t>Inhoud</a:t>
            </a:r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598E22F9-ED67-966A-2574-810067FC6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7970231"/>
              </p:ext>
            </p:extLst>
          </p:nvPr>
        </p:nvGraphicFramePr>
        <p:xfrm>
          <a:off x="704089" y="1517904"/>
          <a:ext cx="9555036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978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CB56E8-290A-BDE0-EDD9-468BC7647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Introductie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911E5-9817-942F-4AE0-1CEF0E2CF3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FB79F4-D039-016C-ACDD-222105B189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0408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DBEC8-9C67-0CCB-6F7D-44F58C9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5781" y="448440"/>
            <a:ext cx="3969504" cy="107722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dirty="0"/>
              <a:t>Context </a:t>
            </a:r>
            <a:r>
              <a:rPr lang="en-US" dirty="0" err="1"/>
              <a:t>Bedrijf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19A8F8-2184-D311-A8CC-C4BF00A606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376EA-30B3-8576-DB4A-F3828519A8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369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29B2-0968-5745-88BC-BF6F12B3A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Het </a:t>
            </a:r>
            <a:r>
              <a:rPr lang="en-GB" dirty="0" err="1"/>
              <a:t>probleem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9460-D98E-0525-911D-A55E14FFA7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738D0-6B3E-DD7F-E7A2-2D7815AFA1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0634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1468-5346-6B3C-AFB9-E376DCB13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 </a:t>
            </a:r>
            <a:r>
              <a:rPr lang="en-GB" dirty="0" err="1"/>
              <a:t>oplossing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00CCD-FCED-9BD6-25CE-11F3863425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15B72-F18B-DE22-8BF0-97956AEA50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7134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EA87-818C-D165-7F39-28AC8AE5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96831-0189-FEF0-01E1-8C3179D6FA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1C898-3136-DA14-3CBA-EFCF5EECAB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195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5C346-C122-67EC-7E00-51669739C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4E2E0-B4B7-CF58-C05B-BB022DF41E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099CD-392D-9BAC-0BB1-15438C76E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1981525"/>
            <a:ext cx="12192000" cy="262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55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A699-28B7-1517-4C7C-3A194D045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 dirty="0" err="1"/>
              <a:t>Progressie</a:t>
            </a:r>
            <a:br>
              <a:rPr lang="en-US" sz="3800" dirty="0"/>
            </a:br>
            <a:endParaRPr lang="en-US" sz="3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9C0488-8DA8-F413-5E7E-D85517836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02447"/>
            <a:ext cx="3465095" cy="21265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E1419B-A40B-0567-127E-3FA1EA18E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850" y="1012094"/>
            <a:ext cx="6638768" cy="255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40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B21E75-C55C-972B-A3E6-7E848357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498" y="396242"/>
            <a:ext cx="7950984" cy="1081705"/>
          </a:xfrm>
        </p:spPr>
        <p:txBody>
          <a:bodyPr/>
          <a:lstStyle/>
          <a:p>
            <a:r>
              <a:rPr lang="nl-NL" dirty="0"/>
              <a:t>Demo</a:t>
            </a:r>
            <a:endParaRPr lang="nl-NL" dirty="0">
              <a:cs typeface="Arial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A0BB37B-BBBD-DA1E-F54F-3F8ABF217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9193" y="1477947"/>
            <a:ext cx="4468944" cy="36895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4170" indent="-344170"/>
            <a:endParaRPr lang="nl-NL">
              <a:cs typeface="Arial" panose="020B0604020202020204"/>
            </a:endParaRP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32A74DD-FB8F-9961-78E0-93E4212D2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28585" y="1241633"/>
            <a:ext cx="3894222" cy="36895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4170" indent="-344170"/>
            <a:endParaRPr lang="nl-NL">
              <a:cs typeface="Arial" panose="020B0604020202020204"/>
            </a:endParaRPr>
          </a:p>
          <a:p>
            <a:pPr marL="344170" indent="-344170"/>
            <a:endParaRPr lang="nl-NL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33717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2637-F169-CE81-3471-5812E5208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Vervolg</a:t>
            </a:r>
            <a:r>
              <a:rPr lang="en-GB" dirty="0"/>
              <a:t> </a:t>
            </a:r>
            <a:r>
              <a:rPr lang="en-GB" dirty="0" err="1"/>
              <a:t>volgende</a:t>
            </a:r>
            <a:r>
              <a:rPr lang="en-GB" dirty="0"/>
              <a:t> 50%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9FD5D-7191-D502-6B86-803CEDE67C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D809B-8CE1-CE92-3098-393082CC9A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0483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2CE8-BF48-D592-420A-559E98C7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Retrospective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A0429-4E23-F89D-44C1-4BE2054AAC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6FE8D-730A-083A-1AED-67B5BA4805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106970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144</Words>
  <Application>Microsoft Office PowerPoint</Application>
  <PresentationFormat>Widescreen</PresentationFormat>
  <Paragraphs>28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Abadi</vt:lpstr>
      <vt:lpstr>Arial</vt:lpstr>
      <vt:lpstr>Calibri</vt:lpstr>
      <vt:lpstr>Century Schoolbook</vt:lpstr>
      <vt:lpstr>Wingdings 2</vt:lpstr>
      <vt:lpstr>View</vt:lpstr>
      <vt:lpstr>Attendance Systeem</vt:lpstr>
      <vt:lpstr>Inhoud</vt:lpstr>
      <vt:lpstr>Introductie</vt:lpstr>
      <vt:lpstr>Context Bedrijf </vt:lpstr>
      <vt:lpstr>Het probleem</vt:lpstr>
      <vt:lpstr>De oplossing</vt:lpstr>
      <vt:lpstr>PowerPoint Presentation</vt:lpstr>
      <vt:lpstr>PowerPoint Presentation</vt:lpstr>
      <vt:lpstr>Progressie </vt:lpstr>
      <vt:lpstr>Demo</vt:lpstr>
      <vt:lpstr>Vervolg volgende 50%</vt:lpstr>
      <vt:lpstr>Retrospective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IOT-hub</dc:title>
  <dc:creator/>
  <cp:lastModifiedBy>Derk Ottersberg (1076265)</cp:lastModifiedBy>
  <cp:revision>6</cp:revision>
  <dcterms:created xsi:type="dcterms:W3CDTF">2025-03-28T13:06:22Z</dcterms:created>
  <dcterms:modified xsi:type="dcterms:W3CDTF">2025-11-09T16:38:17Z</dcterms:modified>
</cp:coreProperties>
</file>